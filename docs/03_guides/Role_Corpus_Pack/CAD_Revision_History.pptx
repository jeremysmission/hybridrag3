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Drawing Revision History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Role Coverage Corpus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 A: Initial Release</a:t>
            </a:r>
          </a:p>
          <a:p>
            <a:r>
              <a:t>Rev B: Tolerance tightened to ±0.02 mm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